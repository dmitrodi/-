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2934" y="-10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308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364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89267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0050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591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9157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1134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559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238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859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847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0CE71-319C-491A-AFAB-F1C4B4D2BD54}" type="datetimeFigureOut">
              <a:rPr lang="uk-UA" smtClean="0"/>
              <a:t>07.09.2026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6C67A8-55C8-4B12-AEDC-A13CB369E4F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50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Практическая работа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 smtClean="0">
                <a:solidFill>
                  <a:schemeClr val="tx1"/>
                </a:solidFill>
              </a:rPr>
              <a:t>Выполнили: Дмитренко Н.А,</a:t>
            </a:r>
          </a:p>
          <a:p>
            <a:pPr algn="r"/>
            <a:r>
              <a:rPr lang="ru-RU" dirty="0" smtClean="0">
                <a:solidFill>
                  <a:schemeClr val="tx1"/>
                </a:solidFill>
              </a:rPr>
              <a:t>Родионова Е.А.</a:t>
            </a:r>
            <a:endParaRPr lang="uk-U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02234"/>
          </a:xfrm>
        </p:spPr>
        <p:txBody>
          <a:bodyPr>
            <a:normAutofit/>
          </a:bodyPr>
          <a:lstStyle/>
          <a:p>
            <a:pPr algn="just"/>
            <a:r>
              <a:rPr lang="ru-RU" sz="3200" dirty="0" smtClean="0"/>
              <a:t>	Переходим по ссылке на сайт </a:t>
            </a:r>
            <a:r>
              <a:rPr lang="en-US" sz="3200" dirty="0" err="1" smtClean="0"/>
              <a:t>Appsgeyser</a:t>
            </a:r>
            <a:r>
              <a:rPr lang="ru-RU" sz="3200" dirty="0" smtClean="0"/>
              <a:t>, регистрируемся, начинаем разрабатывать  мобильное приложение.</a:t>
            </a:r>
            <a:endParaRPr lang="uk-UA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0" t="6243" r="17294" b="9315"/>
          <a:stretch/>
        </p:blipFill>
        <p:spPr bwMode="auto">
          <a:xfrm>
            <a:off x="3144370" y="2513618"/>
            <a:ext cx="5976664" cy="43443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059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rmAutofit fontScale="90000"/>
          </a:bodyPr>
          <a:lstStyle/>
          <a:p>
            <a:pPr algn="just"/>
            <a:r>
              <a:rPr lang="ru-RU" sz="3200" dirty="0" smtClean="0"/>
              <a:t>	Выбираем шаблон  для приложения, пишем код, название, указываем почту и для какого устройства разрабатывается приложение.</a:t>
            </a:r>
            <a:endParaRPr lang="uk-UA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3" t="7448" r="19206" b="11704"/>
          <a:stretch/>
        </p:blipFill>
        <p:spPr bwMode="auto">
          <a:xfrm>
            <a:off x="2036592" y="1700808"/>
            <a:ext cx="7107408" cy="51747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366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3200" dirty="0" smtClean="0"/>
              <a:t>	Выбираем иконку приложения и цветовую гамму.</a:t>
            </a:r>
            <a:endParaRPr lang="uk-UA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7" t="6743" r="18810" b="13397"/>
          <a:stretch/>
        </p:blipFill>
        <p:spPr bwMode="auto">
          <a:xfrm>
            <a:off x="1346154" y="1361726"/>
            <a:ext cx="7787006" cy="55231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016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3200" dirty="0" smtClean="0"/>
              <a:t>	Выбираем особенность приложение, в нашем случае блог, проверяем добавление блога.</a:t>
            </a:r>
            <a:endParaRPr lang="uk-UA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6" t="6603" r="20159" b="13538"/>
          <a:stretch/>
        </p:blipFill>
        <p:spPr bwMode="auto">
          <a:xfrm>
            <a:off x="11269" y="1628800"/>
            <a:ext cx="4830331" cy="3509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8" t="8578" r="19524" b="14526"/>
          <a:stretch/>
        </p:blipFill>
        <p:spPr bwMode="auto">
          <a:xfrm>
            <a:off x="4056219" y="3349178"/>
            <a:ext cx="5087781" cy="350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5633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3200" dirty="0" smtClean="0"/>
              <a:t>	Создаём демоверсию приложения , сканируем </a:t>
            </a:r>
            <a:r>
              <a:rPr lang="en-US" sz="3200" dirty="0" smtClean="0"/>
              <a:t>QR-</a:t>
            </a:r>
            <a:r>
              <a:rPr lang="ru-RU" sz="3200" dirty="0" smtClean="0"/>
              <a:t>код для скачивания.</a:t>
            </a:r>
            <a:endParaRPr lang="uk-UA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78" t="23251" r="21032" b="66731"/>
          <a:stretch/>
        </p:blipFill>
        <p:spPr bwMode="auto">
          <a:xfrm>
            <a:off x="5071" y="1524270"/>
            <a:ext cx="8447314" cy="10305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7" t="9566" r="34047" b="11140"/>
          <a:stretch/>
        </p:blipFill>
        <p:spPr bwMode="auto">
          <a:xfrm>
            <a:off x="6171230" y="2692484"/>
            <a:ext cx="2972770" cy="4166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941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algn="just"/>
            <a:r>
              <a:rPr lang="ru-RU" sz="3200" dirty="0" smtClean="0"/>
              <a:t>	Устанавливаем приложения.</a:t>
            </a:r>
            <a:endParaRPr lang="uk-UA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57" b="34980"/>
          <a:stretch/>
        </p:blipFill>
        <p:spPr bwMode="auto">
          <a:xfrm>
            <a:off x="1" y="836712"/>
            <a:ext cx="2843808" cy="1651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44"/>
          <a:stretch/>
        </p:blipFill>
        <p:spPr bwMode="auto">
          <a:xfrm>
            <a:off x="1816452" y="1551000"/>
            <a:ext cx="2558845" cy="530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6" b="6954"/>
          <a:stretch/>
        </p:blipFill>
        <p:spPr bwMode="auto">
          <a:xfrm>
            <a:off x="4398691" y="856363"/>
            <a:ext cx="3068193" cy="1428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559" y="1570652"/>
            <a:ext cx="2454347" cy="5317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60" r="74731" b="76632"/>
          <a:stretch/>
        </p:blipFill>
        <p:spPr bwMode="auto">
          <a:xfrm>
            <a:off x="5148064" y="2708920"/>
            <a:ext cx="1209675" cy="1390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5" name="Picture 11" descr="https://sun9-17.vkuserphoto.ru/s/v1/ig2/NtrCV6o74TxR1ZgEa1sq1SUAlq_YNF8LsQCEQDyKv9oTLJvaaV3bp2wkU3OMmYV_-cHBw_w59uYtdRpDvlHYA_-q.jpg?quality=95&amp;as=32x71,48x106,72x159,108x239,160x354,240x531,360x796,480x1061,540x1194,640x1415,720x1592,1080x2388&amp;from=bu&amp;u=mdk4j5-8Qr_vpsozrsL05V8g-VhhdGRjIzOjQFLoKd4&amp;cs=1080x0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32" t="44200" r="24680" b="43739"/>
          <a:stretch/>
        </p:blipFill>
        <p:spPr bwMode="auto">
          <a:xfrm>
            <a:off x="117536" y="2782086"/>
            <a:ext cx="1323470" cy="131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024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3200" dirty="0" smtClean="0"/>
              <a:t>	Переходим на другой сайт </a:t>
            </a:r>
            <a:r>
              <a:rPr lang="en-US" sz="3200" dirty="0" err="1" smtClean="0"/>
              <a:t>Mobincube</a:t>
            </a:r>
            <a:r>
              <a:rPr lang="ru-RU" sz="3200" dirty="0" smtClean="0"/>
              <a:t>, регистрируемся на нём.</a:t>
            </a:r>
            <a:endParaRPr lang="uk-UA" sz="3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6" t="19912" r="33412" b="16667"/>
          <a:stretch/>
        </p:blipFill>
        <p:spPr bwMode="auto">
          <a:xfrm>
            <a:off x="0" y="1988840"/>
            <a:ext cx="4176464" cy="46125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98" t="35954" r="37619" b="31880"/>
          <a:stretch/>
        </p:blipFill>
        <p:spPr bwMode="auto">
          <a:xfrm>
            <a:off x="4427984" y="1987397"/>
            <a:ext cx="4513943" cy="3308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0017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3200" dirty="0" smtClean="0"/>
              <a:t>	Создаём приложение про детский сад, выбираем шаблон и даём название.</a:t>
            </a:r>
            <a:endParaRPr lang="uk-UA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51" b="52057"/>
          <a:stretch/>
        </p:blipFill>
        <p:spPr bwMode="auto">
          <a:xfrm>
            <a:off x="28307" y="1340768"/>
            <a:ext cx="4815940" cy="35730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5" t="32846" r="24048" b="5637"/>
          <a:stretch/>
        </p:blipFill>
        <p:spPr bwMode="auto">
          <a:xfrm>
            <a:off x="2584083" y="2389404"/>
            <a:ext cx="6559917" cy="44685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0726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3200" dirty="0" smtClean="0"/>
              <a:t>	Создаём пункт меню с функциями и даем им название.</a:t>
            </a:r>
            <a:endParaRPr lang="uk-UA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t="5756" r="24207" b="12974"/>
          <a:stretch/>
        </p:blipFill>
        <p:spPr bwMode="auto">
          <a:xfrm>
            <a:off x="3023000" y="1338778"/>
            <a:ext cx="6121000" cy="5508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6227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0391"/>
          </a:xfrm>
        </p:spPr>
        <p:txBody>
          <a:bodyPr>
            <a:normAutofit/>
          </a:bodyPr>
          <a:lstStyle/>
          <a:p>
            <a:pPr algn="just"/>
            <a:r>
              <a:rPr lang="ru-RU" sz="3200" dirty="0" smtClean="0"/>
              <a:t>	Добавляем ещё одно меню.</a:t>
            </a:r>
            <a:endParaRPr lang="uk-UA" sz="3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9" t="5192" r="24049" b="13962"/>
          <a:stretch/>
        </p:blipFill>
        <p:spPr bwMode="auto">
          <a:xfrm>
            <a:off x="2509551" y="945268"/>
            <a:ext cx="6624736" cy="59127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210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3200" dirty="0" smtClean="0"/>
              <a:t>	Смотрим на то как будет выглядеть готовое приложение.</a:t>
            </a:r>
            <a:endParaRPr lang="uk-UA" sz="3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14" t="18031" r="52699" b="20170"/>
          <a:stretch/>
        </p:blipFill>
        <p:spPr bwMode="auto">
          <a:xfrm>
            <a:off x="5426216" y="908720"/>
            <a:ext cx="3694683" cy="59495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377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2333"/>
          </a:xfrm>
        </p:spPr>
        <p:txBody>
          <a:bodyPr>
            <a:normAutofit/>
          </a:bodyPr>
          <a:lstStyle/>
          <a:p>
            <a:pPr algn="just"/>
            <a:r>
              <a:rPr lang="ru-RU" sz="3200" dirty="0" smtClean="0"/>
              <a:t>	Добавляем функционал в приложение.</a:t>
            </a:r>
            <a:endParaRPr lang="uk-UA" sz="32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9" t="26356" r="25000" b="9447"/>
          <a:stretch/>
        </p:blipFill>
        <p:spPr bwMode="auto">
          <a:xfrm>
            <a:off x="1466810" y="1343202"/>
            <a:ext cx="7677190" cy="5544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9487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3200" dirty="0" smtClean="0"/>
              <a:t>	Запрашиваем загрузку приложения для </a:t>
            </a:r>
            <a:r>
              <a:rPr lang="en-US" sz="3200" dirty="0" smtClean="0"/>
              <a:t>Android</a:t>
            </a:r>
            <a:r>
              <a:rPr lang="ru-RU" sz="3200" dirty="0" smtClean="0"/>
              <a:t>.</a:t>
            </a:r>
            <a:endParaRPr lang="uk-UA" sz="32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t="15788" r="24999" b="35535"/>
          <a:stretch/>
        </p:blipFill>
        <p:spPr bwMode="auto">
          <a:xfrm>
            <a:off x="0" y="1340768"/>
            <a:ext cx="6084168" cy="33318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20994" r="27222" b="48106"/>
          <a:stretch/>
        </p:blipFill>
        <p:spPr bwMode="auto">
          <a:xfrm>
            <a:off x="1462697" y="3933133"/>
            <a:ext cx="7666090" cy="29248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618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3200" dirty="0" smtClean="0"/>
              <a:t>	Устанавливаем приложение на телефон.</a:t>
            </a:r>
            <a:endParaRPr lang="uk-UA" sz="3200" dirty="0"/>
          </a:p>
        </p:txBody>
      </p:sp>
      <p:pic>
        <p:nvPicPr>
          <p:cNvPr id="14338" name="Picture 2" descr="https://sun9-88.vkuserphoto.ru/s/v1/ig2/YDOCL0H_t-NMhso9nlKqJb1dvxr2dpqcRowOesoSMmcHTeUm6jFtSdzZJBf9otXOlQaqtLLK60H1Zp_AwH2Wwrxw.jpg?quality=95&amp;as=32x69,48x104,72x156,108x234,160x347,240x520,360x780,480x1040,540x1170,640x1387,720x1560,1080x2340&amp;from=bu&amp;cs=1080x0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01" b="6873"/>
          <a:stretch/>
        </p:blipFill>
        <p:spPr bwMode="auto">
          <a:xfrm>
            <a:off x="-12923" y="1124745"/>
            <a:ext cx="3161328" cy="14401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https://sun9-67.vkuserphoto.ru/s/v1/ig2/n2UVdYqbBNUN5HvHavPKMWT7KMXb6cbZFjBartRl9nVgJOPjEkssfFLCaVgpxU2rbr04DzFoPra6nZ0YFYyw2bK0.jpg?quality=95&amp;as=32x69,48x104,72x156,108x234,160x347,240x520,360x780,480x1040,540x1170,640x1387,720x1560,1080x2340&amp;from=bu&amp;cs=1080x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973" b="6745"/>
          <a:stretch/>
        </p:blipFill>
        <p:spPr bwMode="auto">
          <a:xfrm>
            <a:off x="-944" y="2573661"/>
            <a:ext cx="3149349" cy="1452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https://sun9-39.vkuserphoto.ru/s/v1/ig2/7wSnpFYA_Ckl6Rg4AQHQuOTe87NzepQ63kq2lcxQHDQU9UBKT9XshVDi6y60O3Xo7ZA_wVPg_4nL0kkEjxvmL-A3.jpg?quality=95&amp;as=32x69,48x104,72x156,108x234,160x347,240x520,360x780,480x1040,540x1170,640x1387,720x1560,1080x2340&amp;from=bu&amp;cs=1080x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827" y="1145977"/>
            <a:ext cx="2636318" cy="571202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https://sun9-22.vkuserphoto.ru/s/v1/ig2/PxhaSPb6tOoZUjdrYQcr0qgTnvXrYtfJmAkMLhgTmKsx63E8uo7CVD1DQmF5zCLl0m_Uupo3MKdDytoI9HUFEKlv.jpg?quality=95&amp;as=32x69,48x104,72x156,108x234,160x347,240x520,360x780,480x1040,540x1170,640x1387,720x1560,1080x2340&amp;from=bu&amp;cs=1080x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8" t="10345" r="57904" b="79309"/>
          <a:stretch/>
        </p:blipFill>
        <p:spPr bwMode="auto">
          <a:xfrm>
            <a:off x="0" y="4025861"/>
            <a:ext cx="2659402" cy="283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7444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</Words>
  <Application>Microsoft Office PowerPoint</Application>
  <PresentationFormat>Экран (4:3)</PresentationFormat>
  <Paragraphs>17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Практическая работа</vt:lpstr>
      <vt:lpstr> Переходим по ссылке на сайт Appsgeyser, регистрируемся, начинаем разрабатывать  мобильное приложение.</vt:lpstr>
      <vt:lpstr> Выбираем шаблон  для приложения, пишем код, название, указываем почту и для какого устройства разрабатывается приложение.</vt:lpstr>
      <vt:lpstr> Выбираем иконку приложения и цветовую гамму.</vt:lpstr>
      <vt:lpstr> Выбираем особенность приложение, в нашем случае блог, проверяем добавление блога.</vt:lpstr>
      <vt:lpstr> Создаём демоверсию приложения , сканируем QR-код для скачивания.</vt:lpstr>
      <vt:lpstr> Устанавливаем приложения.</vt:lpstr>
      <vt:lpstr> Переходим на другой сайт Mobincube, регистрируемся на нём.</vt:lpstr>
      <vt:lpstr> Создаём приложение про детский сад, выбираем шаблон и даём название.</vt:lpstr>
      <vt:lpstr> Создаём пункт меню с функциями и даем им название.</vt:lpstr>
      <vt:lpstr> Добавляем ещё одно меню.</vt:lpstr>
      <vt:lpstr> Смотрим на то как будет выглядеть готовое приложение.</vt:lpstr>
      <vt:lpstr> Добавляем функционал в приложение.</vt:lpstr>
      <vt:lpstr> Запрашиваем загрузку приложения для Android.</vt:lpstr>
      <vt:lpstr> Устанавливаем приложение на телефон.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</dc:title>
  <dc:creator>User Windows</dc:creator>
  <cp:lastModifiedBy>User Windows</cp:lastModifiedBy>
  <cp:revision>7</cp:revision>
  <dcterms:created xsi:type="dcterms:W3CDTF">2026-09-07T05:36:58Z</dcterms:created>
  <dcterms:modified xsi:type="dcterms:W3CDTF">2026-09-07T06:42:21Z</dcterms:modified>
</cp:coreProperties>
</file>